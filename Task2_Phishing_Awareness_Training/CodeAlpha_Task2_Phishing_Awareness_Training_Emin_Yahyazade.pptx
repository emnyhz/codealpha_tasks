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8503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</a:rPr>
              <a:t>CYBER SECURITY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7269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4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PHISHING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4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AWARENESS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4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13232" y="43708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1CC"/>
                </a:solidFill>
              </a:rPr>
              <a:t>CodeAlpha Cyber Security Internship - Task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4800600"/>
            <a:ext cx="374904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</a:rPr>
              <a:t>Prepared by: Emin Yahyazadə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</a:rPr>
              <a:t>September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006840" y="15087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0" dirty="0">
                <a:solidFill>
                  <a:srgbClr val="60A5FA"/>
                </a:solidFill>
              </a:rPr>
              <a:t>✉</a:t>
            </a:r>
            <a:endParaRPr lang="en-US" sz="8600" dirty="0"/>
          </a:p>
        </p:txBody>
      </p:sp>
      <p:sp>
        <p:nvSpPr>
          <p:cNvPr id="9" name="Text 7"/>
          <p:cNvSpPr/>
          <p:nvPr/>
        </p:nvSpPr>
        <p:spPr>
          <a:xfrm>
            <a:off x="8485632" y="3931920"/>
            <a:ext cx="292608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4F5"/>
                </a:solidFill>
              </a:rPr>
              <a:t>BEFORE YOU CLICK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F4F5"/>
                </a:solidFill>
              </a:rPr>
              <a:t>STOP · CHECK · VERIFY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64282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Emin Yahyazadə | CodeAlpha Cyber Security Internship - Task 2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37392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046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OBJECTIVES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4944" y="1261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awareness module covers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713232" y="19019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0A5FA"/>
                </a:solidFill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</a:rPr>
              <a:t>Recognize phishing messages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295144"/>
            <a:ext cx="804672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suspicious emails, SMS messages, fake websites, and unexpected requests.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314553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0A5FA"/>
                </a:solidFill>
              </a:rPr>
              <a:t>02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554480" y="3163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</a:rPr>
              <a:t>Understand attacker tactics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3538728"/>
            <a:ext cx="804672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how urgency, trust, fear, curiosity, and authority are used to manipulate people.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43891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0A5FA"/>
                </a:solidFill>
              </a:rPr>
              <a:t>03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554480" y="4407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</a:rPr>
              <a:t>Respond safely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4782312"/>
            <a:ext cx="804672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simple workflow: stop, verify using trusted channels, report, and delete.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" y="553212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Outcome: safer daily decisions when handling links, attachments, credentials, and login alerts.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64282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Emin Yahyazadə | CodeAlpha Cyber Security Internship - Task 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137392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046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PHISHING?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4944" y="1261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social engineering attack, not just a technical problem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713232" y="1783080"/>
            <a:ext cx="63093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is a cyberattack where an attacker pretends to be a trusted person or organization to trick the victim into sharing sensitive information or performing an unsafe action.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2852928"/>
            <a:ext cx="4206240" cy="1691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50" dirty="0">
                <a:solidFill>
                  <a:srgbClr val="F4F4F5"/>
                </a:solidFill>
              </a:rPr>
              <a:t>Login credentials</a:t>
            </a:r>
            <a:endParaRPr lang="en-US" sz="1250" dirty="0"/>
          </a:p>
          <a:p>
            <a:r>
              <a:rPr lang="en-US" sz="1250" dirty="0">
                <a:solidFill>
                  <a:srgbClr val="F4F4F5"/>
                </a:solidFill>
              </a:rPr>
              <a:t>Banking and payment details</a:t>
            </a:r>
            <a:endParaRPr lang="en-US" sz="1250" dirty="0"/>
          </a:p>
          <a:p>
            <a:r>
              <a:rPr lang="en-US" sz="1250" dirty="0">
                <a:solidFill>
                  <a:srgbClr val="F4F4F5"/>
                </a:solidFill>
              </a:rPr>
              <a:t>Personal data</a:t>
            </a:r>
            <a:endParaRPr lang="en-US" sz="1250" dirty="0"/>
          </a:p>
          <a:p>
            <a:r>
              <a:rPr lang="en-US" sz="1250" dirty="0">
                <a:solidFill>
                  <a:srgbClr val="F4F4F5"/>
                </a:solidFill>
              </a:rPr>
              <a:t>Company accounts</a:t>
            </a:r>
            <a:endParaRPr lang="en-US" sz="1250" dirty="0"/>
          </a:p>
          <a:p>
            <a:r>
              <a:rPr lang="en-US" sz="1250" dirty="0">
                <a:solidFill>
                  <a:srgbClr val="F4F4F5"/>
                </a:solidFill>
              </a:rPr>
              <a:t>Multi-factor authentication codes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51389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4F4F5"/>
                </a:solidFill>
              </a:rPr>
              <a:t>TRUSTED LOOK → URGENT REQUEST → CLICK / OPEN → DATA LOSS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713232" y="555955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8C1CC"/>
                </a:solidFill>
              </a:rPr>
              <a:t>Phishing works because it targets human trust, routine, and time pressure.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144000" y="18288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dirty="0">
                <a:solidFill>
                  <a:srgbClr val="F59E0B"/>
                </a:solidFill>
              </a:rPr>
              <a:t>⚠</a:t>
            </a:r>
            <a:endParaRPr lang="en-US" sz="7800" dirty="0"/>
          </a:p>
        </p:txBody>
      </p:sp>
      <p:sp>
        <p:nvSpPr>
          <p:cNvPr id="11" name="Text 9"/>
          <p:cNvSpPr/>
          <p:nvPr/>
        </p:nvSpPr>
        <p:spPr>
          <a:xfrm>
            <a:off x="8686800" y="3840480"/>
            <a:ext cx="28346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4F5"/>
                </a:solidFill>
              </a:rPr>
              <a:t>ONE BAD CLICK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4F4F5"/>
                </a:solidFill>
              </a:rPr>
              <a:t>CAN OPEN THE DOOR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64282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Emin Yahyazadə | CodeAlpha Cyber Security Internship - Task 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137392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046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TYPES OF PHISHING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4944" y="1261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Attackers change the channel, but the goal remains the same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786384" y="18105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</a:rPr>
              <a:t>Email phishing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157984"/>
            <a:ext cx="42976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 or targeted messages with fake links and attachments.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446520" y="18105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</a:rPr>
              <a:t>Spear phishing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157984"/>
            <a:ext cx="42976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Personalized messages aimed at a specific person or team.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86384" y="29809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</a:rPr>
              <a:t>Smishing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6384" y="3328416"/>
            <a:ext cx="42976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through SMS or messaging applications.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446520" y="29809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</a:rPr>
              <a:t>Vishing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3328416"/>
            <a:ext cx="42976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 calls pretending to be support, banks, or management.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86384" y="415137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</a:rPr>
              <a:t>Clone phishing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6384" y="4498848"/>
            <a:ext cx="42976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copied legitimate email with a malicious replacement link.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446520" y="415137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</a:rPr>
              <a:t>Fake websites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4498848"/>
            <a:ext cx="42976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Look-alike login pages used to steal credentials.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86384" y="55321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</a:rPr>
              <a:t>Key idea: always verify the request, not only the sender name or logo.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64282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Emin Yahyazadə | CodeAlpha Cyber Security Internship - Task 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137392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046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ANATOMY OF A PHISHING EMAIL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4944" y="1261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simulated example for training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749808" y="1609344"/>
            <a:ext cx="6583680" cy="4370832"/>
          </a:xfrm>
          <a:prstGeom prst="roundRect">
            <a:avLst>
              <a:gd name="adj" fmla="val 1674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874520"/>
            <a:ext cx="594360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From: Security Team &lt;security-alert@compаny-support.com&gt;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Subject: Urgent: Account verification required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2487168"/>
            <a:ext cx="5989320" cy="0"/>
          </a:xfrm>
          <a:prstGeom prst="line">
            <a:avLst/>
          </a:prstGeom>
          <a:noFill/>
          <a:ln w="889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706624"/>
            <a:ext cx="566928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Hello user,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We detected unusual login activity. Your account will be locked in 30 minutes unless you confirm your password immediately.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Click here to verify: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http://company-login.verify-now.example.com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Regards,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Support Team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24128" y="5074920"/>
            <a:ext cx="1874520" cy="393192"/>
          </a:xfrm>
          <a:prstGeom prst="roundRect">
            <a:avLst>
              <a:gd name="adj" fmla="val 18605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5175504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Verify Now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0" y="16093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4D399"/>
                </a:solidFill>
              </a:rPr>
              <a:t>RED FLAGS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955280" y="19933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</a:rPr>
              <a:t>Sender mismatch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55280" y="2258568"/>
            <a:ext cx="32004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domain is not the real company domain.</a:t>
            </a:r>
            <a:endParaRPr lang="en-US" sz="890" dirty="0"/>
          </a:p>
        </p:txBody>
      </p:sp>
      <p:sp>
        <p:nvSpPr>
          <p:cNvPr id="15" name="Text 13"/>
          <p:cNvSpPr/>
          <p:nvPr/>
        </p:nvSpPr>
        <p:spPr>
          <a:xfrm>
            <a:off x="7955280" y="27980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</a:rPr>
              <a:t>Urgency pressure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0" y="3063240"/>
            <a:ext cx="32004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message tries to make the user act fast.</a:t>
            </a:r>
            <a:endParaRPr lang="en-US" sz="890" dirty="0"/>
          </a:p>
        </p:txBody>
      </p:sp>
      <p:sp>
        <p:nvSpPr>
          <p:cNvPr id="17" name="Text 15"/>
          <p:cNvSpPr/>
          <p:nvPr/>
        </p:nvSpPr>
        <p:spPr>
          <a:xfrm>
            <a:off x="7955280" y="36027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</a:rPr>
              <a:t>Credential request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5280" y="3867912"/>
            <a:ext cx="32004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legitimate team should not ask for passwords.</a:t>
            </a:r>
            <a:endParaRPr lang="en-US" sz="890" dirty="0"/>
          </a:p>
        </p:txBody>
      </p:sp>
      <p:sp>
        <p:nvSpPr>
          <p:cNvPr id="19" name="Text 17"/>
          <p:cNvSpPr/>
          <p:nvPr/>
        </p:nvSpPr>
        <p:spPr>
          <a:xfrm>
            <a:off x="7955280" y="44074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</a:rPr>
              <a:t>Suspicious link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55280" y="4672584"/>
            <a:ext cx="32004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link uses an unfamiliar domain and HTTP.</a:t>
            </a:r>
            <a:endParaRPr lang="en-US" sz="890" dirty="0"/>
          </a:p>
        </p:txBody>
      </p:sp>
      <p:sp>
        <p:nvSpPr>
          <p:cNvPr id="21" name="Text 19"/>
          <p:cNvSpPr/>
          <p:nvPr/>
        </p:nvSpPr>
        <p:spPr>
          <a:xfrm>
            <a:off x="566928" y="64282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Emin Yahyazadə | CodeAlpha Cyber Security Internship - Task 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137392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046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FAKE WEBSITES AND URL CHECKS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4944" y="1261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beyond the logo and page design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1CC"/>
                </a:solidFill>
              </a:rPr>
              <a:t>Example URL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6675120" cy="493776"/>
          </a:xfrm>
          <a:prstGeom prst="rect">
            <a:avLst/>
          </a:prstGeom>
          <a:solidFill>
            <a:srgbClr val="202020"/>
          </a:solidFill>
          <a:ln w="7620">
            <a:solidFill>
              <a:srgbClr val="34343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http://company-login.verify-now.example.com/login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5"/>
                </a:solidFill>
              </a:rPr>
              <a:t>Protocol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584448"/>
            <a:ext cx="452628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 is not a guarantee, but HTTP is a warning sign for login pages.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822960" y="4434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5"/>
                </a:solidFill>
              </a:rPr>
              <a:t>Domain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4773168"/>
            <a:ext cx="452628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from right to left: example.com is the real domain here.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6400800" y="3246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5"/>
                </a:solidFill>
              </a:rPr>
              <a:t>Spelling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0" y="3584448"/>
            <a:ext cx="452628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for extra words, swapped letters, or look-alike characters.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6400800" y="4434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5"/>
                </a:solidFill>
              </a:rPr>
              <a:t>Source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0" y="4773168"/>
            <a:ext cx="452628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site from a bookmark or by typing the known address.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822960" y="561441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Rule: do not log in from links in unexpected messages.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64282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Emin Yahyazadə | CodeAlpha Cyber Security Internship - Task 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137392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046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SOCIAL ENGINEERING TACTICS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4944" y="1261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is designed to influence emotion and decision-making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777240" y="1856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</a:rPr>
              <a:t>Authority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221992"/>
            <a:ext cx="31089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Pretending to be IT, HR, a manager, a bank, or a trusted vendor.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26280" y="1856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</a:rPr>
              <a:t>Urgency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2221992"/>
            <a:ext cx="31089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Creating a deadline so the victim acts before thinking.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75320" y="1856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</a:rPr>
              <a:t>Fear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75320" y="2221992"/>
            <a:ext cx="31089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Threatening account closure, penalties, or data loss.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34381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</a:rPr>
              <a:t>Curiosity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803904"/>
            <a:ext cx="31089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fake documents, invoices, offers, or delivery alerts.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26280" y="34381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</a:rPr>
              <a:t>Trust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6280" y="3803904"/>
            <a:ext cx="31089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Imitating logos, signatures, language, and previous conversations.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75320" y="34381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</a:rPr>
              <a:t>Reward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3803904"/>
            <a:ext cx="31089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Promising prizes, refunds, bonuses, or exclusive access.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86384" y="55321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</a:rPr>
              <a:t>If a message makes you rush, pause first.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4282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Emin Yahyazadə | CodeAlpha Cyber Security Internship - Task 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137392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046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 RESPONSE WORKFLOW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4944" y="1261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process to follow before clicking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804672" y="2148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9E0B"/>
                </a:solidFill>
              </a:rPr>
              <a:t>STOP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04672" y="2761488"/>
            <a:ext cx="2194560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click, download, reply, or enter credentials.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44952" y="22402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C1CC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21024" y="2148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0A5FA"/>
                </a:solidFill>
              </a:rPr>
              <a:t>CHECK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621024" y="2761488"/>
            <a:ext cx="2194560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sender, domain, grammar, link destination, and attachment type.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61304" y="22402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C1CC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37376" y="2148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0A5FA"/>
                </a:solidFill>
              </a:rPr>
              <a:t>VERIFY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37376" y="2761488"/>
            <a:ext cx="2194560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the organization using a known phone number or official website.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77656" y="22402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C1CC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53728" y="2148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0A5FA"/>
                </a:solidFill>
              </a:rPr>
              <a:t>REPORT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253728" y="2761488"/>
            <a:ext cx="2194560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to IT/security or mark as phishing/spam, then delete.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507492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4F5"/>
                </a:solidFill>
              </a:rPr>
              <a:t>When in doubt, verify through a separate trusted channel.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6928" y="64282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Emin Yahyazadə | CodeAlpha Cyber Security Internship - Task 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137392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046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PRACTICES TO STAY SAFE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4944" y="1261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habits reduce the chance of a successful attack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841248" y="185623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18288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4F4F5"/>
                </a:solidFill>
              </a:rPr>
              <a:t>Use MFA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4343400" y="1837944"/>
            <a:ext cx="6583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multi-factor authentication on important accounts.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841248" y="247802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70432" y="24505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4F4F5"/>
                </a:solidFill>
              </a:rPr>
              <a:t>Use strong passwords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4343400" y="2459736"/>
            <a:ext cx="6583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password manager and unique passwords for each service.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841248" y="309981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70432" y="307238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4F4F5"/>
                </a:solidFill>
              </a:rPr>
              <a:t>Keep systems updated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4343400" y="3081528"/>
            <a:ext cx="6583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Updates close known weaknesses used in attacks.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841248" y="372160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70432" y="369417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4F4F5"/>
                </a:solidFill>
              </a:rPr>
              <a:t>Do not reuse credentials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4343400" y="3703320"/>
            <a:ext cx="6583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stolen password should not unlock multiple accounts.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841248" y="43434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70432" y="43159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4F4F5"/>
                </a:solidFill>
              </a:rPr>
              <a:t>Avoid unknown attachments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4343400" y="4325112"/>
            <a:ext cx="6583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open unexpected files, especially archives or executables.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841248" y="496519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70432" y="49377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4F4F5"/>
                </a:solidFill>
              </a:rPr>
              <a:t>Report suspicious messages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4343400" y="4946904"/>
            <a:ext cx="6583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helps others and supports early detection.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566928" y="64282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Emin Yahyazadə | CodeAlpha Cyber Security Internship - Task 2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137392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046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REAL-WORLD PHISHING SCENARIOS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4944" y="1261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 of messages users should verify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804672" y="1938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</a:rPr>
              <a:t>Suspicious login alert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395728"/>
            <a:ext cx="443484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C1CC"/>
                </a:solidFill>
              </a:rPr>
              <a:t>“We noticed unusual activity. Click here to secure your account.”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3703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</a:rPr>
              <a:t>Fake invoice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4160520"/>
            <a:ext cx="443484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C1CC"/>
                </a:solidFill>
              </a:rPr>
              <a:t>“Your unpaid invoice is attached. Open immediately to avoid penalty.”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938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</a:rPr>
              <a:t>Delivery notification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2395728"/>
            <a:ext cx="443484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C1CC"/>
                </a:solidFill>
              </a:rPr>
              <a:t>“Your package is on hold. Pay a small fee to release it.”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3703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</a:rPr>
              <a:t>Password reset request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4160520"/>
            <a:ext cx="443484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C1CC"/>
                </a:solidFill>
              </a:rPr>
              <a:t>“Your mailbox will be disabled unless you confirm your password.”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557784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These examples are simulated for training and should be treated as suspicious until verified.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64282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Emin Yahyazadə | CodeAlpha Cyber Security Internship - Task 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137392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046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INTERACTIVE QUIZ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4944" y="1261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safest answer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777240" y="1700784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4F5"/>
                </a:solidFill>
              </a:rPr>
              <a:t>1. An unexpected email asks you to verify your password through a link. What should you do?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450592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4F5"/>
                </a:solidFill>
              </a:rPr>
              <a:t>2. Which is more suspicious: http://bank-login.example.com or https://bank.com?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4F5"/>
                </a:solidFill>
              </a:rPr>
              <a:t>3. A message creates urgent pressure to act in 10 minutes. What is the safest first step?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950208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4F5"/>
                </a:solidFill>
              </a:rPr>
              <a:t>4. A file named Invoice.pdf.exe arrives unexpectedly. Should you open it?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4700016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4F5"/>
                </a:solidFill>
              </a:rPr>
              <a:t>5. If you clicked a suspicious link and entered a password, what should you do next?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5742432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Discuss the answers before moving to the next slide.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64282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Emin Yahyazadə | CodeAlpha Cyber Security Internship - Task 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137392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046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ANSWERS AND FINAL TAKEAWAY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4944" y="1261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B8C1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defense is a repeatable habit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804672" y="178308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4F4F5"/>
                </a:solidFill>
              </a:rPr>
              <a:t>1. Do not click. Visit the official site or contact support through a trusted channel.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804672" y="228600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4F4F5"/>
                </a:solidFill>
              </a:rPr>
              <a:t>2. The first URL is suspicious because example.com is the real domain, not bank.com.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4F4F5"/>
                </a:solidFill>
              </a:rPr>
              <a:t>3. Stop and verify. Urgency is a common manipulation tactic.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04672" y="329184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4F4F5"/>
                </a:solidFill>
              </a:rPr>
              <a:t>4. No. The double extension suggests an executable disguised as a document.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04672" y="379476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4F4F5"/>
                </a:solidFill>
              </a:rPr>
              <a:t>5. Change the password, enable/check MFA, report the incident, and review account activity.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04672" y="4617720"/>
            <a:ext cx="1056132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4919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</a:rPr>
              <a:t>Final takeaway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" y="534924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</a:rPr>
              <a:t>Before clicking a link, opening an attachment, or entering credentials, pause and verify the request through a trusted source.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" y="5961888"/>
            <a:ext cx="7863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99"/>
                </a:solidFill>
              </a:rPr>
              <a:t>References: FTC Consumer Advice, CISA security awareness guidance, CodeAlpha Task 2 instructions.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6928" y="64282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Emin Yahyazadə | CodeAlpha Cyber Security Internship - Task 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137392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CodeAlpha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Phishing awareness module covering phishing emails, fake websites, social engineering, prevention tips, examples, and quiz.</dc:subject>
  <dc:creator>Emin Yahyazadə</dc:creator>
  <cp:lastModifiedBy>Emin Yahyazadə</cp:lastModifiedBy>
  <cp:revision>1</cp:revision>
  <dcterms:created xsi:type="dcterms:W3CDTF">2026-09-11T10:29:15Z</dcterms:created>
  <dcterms:modified xsi:type="dcterms:W3CDTF">2026-09-11T10:29:15Z</dcterms:modified>
</cp:coreProperties>
</file>